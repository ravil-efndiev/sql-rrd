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raunces ExtraBold" pitchFamily="2" charset="77"/>
      <p:regular r:id="rId17"/>
      <p:bold r:id="rId18"/>
    </p:embeddedFont>
    <p:embeddedFont>
      <p:font typeface="Nobile" panose="02000503050000020004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36" d="100"/>
          <a:sy n="136" d="100"/>
        </p:scale>
        <p:origin x="2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65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CZ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340" y="1425674"/>
            <a:ext cx="7430802" cy="40065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472234"/>
            <a:ext cx="385852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Hbit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346351"/>
            <a:ext cx="324893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Sledování návyků 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Budování sérií 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Sdílení s přáteli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76A50-4203-9805-2AAA-0441A04609F0}"/>
              </a:ext>
            </a:extLst>
          </p:cNvPr>
          <p:cNvSpPr txBox="1"/>
          <p:nvPr/>
        </p:nvSpPr>
        <p:spPr>
          <a:xfrm>
            <a:off x="-1140644" y="-369332"/>
            <a:ext cx="184731" cy="369332"/>
          </a:xfrm>
          <a:prstGeom prst="rect">
            <a:avLst/>
          </a:prstGeom>
          <a:solidFill>
            <a:srgbClr val="FAFFFA"/>
          </a:solidFill>
        </p:spPr>
        <p:txBody>
          <a:bodyPr wrap="none" rtlCol="0">
            <a:spAutoFit/>
          </a:bodyPr>
          <a:lstStyle/>
          <a:p>
            <a:endParaRPr lang="en-C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F33E6-331A-F56A-4F77-5AAA9B299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340" y="1425674"/>
            <a:ext cx="7430802" cy="4103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61329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 je Hbit?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581970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Hbit je webová aplikace, která pomáhá sledovat každodenní návyky, udržovat motivaci a sdílet pokrok s ostatními.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574" y="3097014"/>
            <a:ext cx="3496778" cy="2147590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5" name="Shape 3"/>
          <p:cNvSpPr/>
          <p:nvPr/>
        </p:nvSpPr>
        <p:spPr>
          <a:xfrm>
            <a:off x="850581" y="3286026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549" y="3441898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581" y="404207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Sledování aktivit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581" y="4450755"/>
            <a:ext cx="3118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Zapisujte a odškrtávejte úkoly jedním kliknutím.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7359" y="3097014"/>
            <a:ext cx="3496877" cy="2147590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10" name="Shape 7"/>
          <p:cNvSpPr/>
          <p:nvPr/>
        </p:nvSpPr>
        <p:spPr>
          <a:xfrm>
            <a:off x="4536366" y="3286026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3441898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6366" y="404207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Budování sérií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36366" y="4450755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Motivace udržovat streaky a nepřerušovat řadu úspěchů.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33244" y="3097014"/>
            <a:ext cx="3496877" cy="2147590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15" name="Shape 11"/>
          <p:cNvSpPr/>
          <p:nvPr/>
        </p:nvSpPr>
        <p:spPr>
          <a:xfrm>
            <a:off x="8222251" y="3286026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8219" y="3441898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2251" y="404207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Veřejný profil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22251" y="4450755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Sdílejte výsledky s přáteli a soutěžte navzájem.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96627"/>
            <a:ext cx="696567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Zapisování a sledování aktivit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129730"/>
            <a:ext cx="6227309" cy="33596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090" y="1710928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Jak to funguje?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090" y="2129730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Uživatel si nastaví činnosti, které chce dělat pravidelně — například: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2090" y="2784574"/>
            <a:ext cx="3534282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Vypít 2 litry vody denně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Učit se 30 minut programovat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Jít si zaběhat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2090" y="3805138"/>
            <a:ext cx="353428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 splnění úkolu jedním kliknutím odškrtne, že ho splnil. Aplikace zobrazuje kalendář a grafy produktivity za týden nebo měsíc.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996145" y="4718546"/>
            <a:ext cx="281149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Přehled hotové práce a statistiky plnění jsou vždy po ruce.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B00956-0C63-763B-B806-657D89019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8" y="2129730"/>
            <a:ext cx="6227310" cy="3439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0DDDFD-E9FA-BEFB-A4B5-8636FAD15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8" y="2129730"/>
            <a:ext cx="6227310" cy="3452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14711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Budování streaků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783384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Jedna z hlavních motivací v aplikaci — čím delší série, tím větší chuť pokračovat.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75" y="3298428"/>
            <a:ext cx="3522178" cy="17447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179" y="351284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Aktuální série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52179" y="3921522"/>
            <a:ext cx="29917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Aplikace ukazuje: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„Plníš návyk už 5 dní v řadě"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Číslo motivuje pokračovat a nepřerušit řadu.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960" y="3298428"/>
            <a:ext cx="3522277" cy="17447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7964" y="351284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Soutěž s přáteli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37964" y="3921522"/>
            <a:ext cx="29918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Lidé mohou soutěžit s přáteli a navzájem se hlídat, zda své cíle plní.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7844" y="3298428"/>
            <a:ext cx="3522277" cy="17447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3848" y="351284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Nejdelší série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23848" y="3921522"/>
            <a:ext cx="29918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Aplikace uchovává i rekord — nejdelší dosaženou sérii pro každý návyk.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76933"/>
            <a:ext cx="737375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Veřejné sdílení a typy aktivit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24006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Profil a sdílení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574" y="2724348"/>
            <a:ext cx="520369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Každý uživatel má veřejný profil s přezdívkou, fotkou a výsledky. Může sdílet: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574" y="3499247"/>
            <a:ext cx="520369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Všem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kdokoli vidí návyky a série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Pouze přátelům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po přijetí žádosti o přátelství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24006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Dva typy aktivit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332776" y="2747962"/>
            <a:ext cx="2507294" cy="2720479"/>
          </a:xfrm>
          <a:prstGeom prst="roundRect">
            <a:avLst>
              <a:gd name="adj" fmla="val 6785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8" name="Text 6"/>
          <p:cNvSpPr/>
          <p:nvPr/>
        </p:nvSpPr>
        <p:spPr>
          <a:xfrm>
            <a:off x="6547182" y="2962374"/>
            <a:ext cx="2078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Pravidelné návyky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47182" y="3741936"/>
            <a:ext cx="207848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Každodenní nebo týdenní činnosti — aplikace hlídá série. Např. večerní čtení, posilovna 3× týdně.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077" y="2747962"/>
            <a:ext cx="2507394" cy="2720479"/>
          </a:xfrm>
          <a:prstGeom prst="roundRect">
            <a:avLst>
              <a:gd name="adj" fmla="val 6785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1" name="Text 9"/>
          <p:cNvSpPr/>
          <p:nvPr/>
        </p:nvSpPr>
        <p:spPr>
          <a:xfrm>
            <a:off x="9243484" y="2962374"/>
            <a:ext cx="20785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Jednorázové aktivity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243484" y="3741936"/>
            <a:ext cx="207858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Funguje jako klasický To-Do list. Uživatel zapíše úkol, splní ho a má přehled.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23603"/>
            <a:ext cx="735460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Proč potřebujeme databázi?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492276"/>
            <a:ext cx="108685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Aby Hbit fungoval správně, musí všechna data bezpečně a trvale ukládat. Databáze je základní stavební kámen celé aplikace.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309739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40184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Trvalá paměť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574" y="4427141"/>
            <a:ext cx="346532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Když odškrtneš, že jsi dnes vypil vodu, databáze to uloží. Statistiky uvidíš i za rok.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309739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018459"/>
            <a:ext cx="26499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Přiřazení dat uživateli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427141"/>
            <a:ext cx="346532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Databáze propojuje přihlášení s konkrétními návyky. Aktivity se nikdy nezobrazí na cizím profilu.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695" y="3309739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695" y="40184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Rychlé vyhledávání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695" y="442714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lze rychle filtrovat, třídit a zobrazovat — třeba statistiky za poslední týden.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57510"/>
            <a:ext cx="5982443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Návrh databáze — ER diagram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119420"/>
            <a:ext cx="5434426" cy="4886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6006306"/>
            <a:ext cx="744092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45130" y="2281634"/>
            <a:ext cx="2939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Jak je databáze navržena?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45130" y="2609354"/>
            <a:ext cx="369124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Fyzický model byl navržen v nástroji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draw.io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 využitím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Crow's foot notation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 znázornění tabulek a vazeb.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45130" y="3300313"/>
            <a:ext cx="3691242" cy="1947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Jádro: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Tabulka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každý záznam patří jednomu uživateli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Vztah 1:N: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Jeden uživatel → mnoho návyků, statistik, notifikací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Spravuje aktivní přihlášení s časem vypršení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Notifications: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Ukládá zprávy a typy upozornění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Aktivity: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3 samostatné tabulky pro různé typy návyků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40334"/>
            <a:ext cx="863707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Entity: User, Session, Notification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209006"/>
            <a:ext cx="3496778" cy="34086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37609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980" y="299045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980" y="3399135"/>
            <a:ext cx="3067965" cy="200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Identifikace uživatele: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(CUID),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(unikátní),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(hash),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pfpUrl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Username a email slouží pro přihlašování.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09006"/>
            <a:ext cx="3496877" cy="340866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067" y="2376091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299045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Session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399135"/>
            <a:ext cx="3068065" cy="136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Správa přihlášení: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(FK),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 vypršení platnosti systém uživatele automaticky odhlásí.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09006"/>
            <a:ext cx="3496877" cy="340866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952" y="2376091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299045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Notification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399135"/>
            <a:ext cx="3068065" cy="136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Oznámení pro uživatele: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(FK),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(text zprávy),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 rozlišuje: žádost o přátelství nebo upozornění na ztrátu série.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77453"/>
            <a:ext cx="644578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Entity: Návyky a aktivity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64058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Denní návyky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574" y="2124869"/>
            <a:ext cx="581328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DailyHabit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+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DailyHabitStat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574" y="2616398"/>
            <a:ext cx="520369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Název, detaily, ikona, časový cíl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Statistika: dokončeno, aktuální série, nejlepší série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Příklad: „Čtení 20 minut každý večer"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574" y="3915668"/>
            <a:ext cx="5203695" cy="23614"/>
          </a:xfrm>
          <a:prstGeom prst="roundRect">
            <a:avLst>
              <a:gd name="adj" fmla="val 720407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7" name="Text 5"/>
          <p:cNvSpPr/>
          <p:nvPr/>
        </p:nvSpPr>
        <p:spPr>
          <a:xfrm>
            <a:off x="661574" y="419913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Týdenní návyky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574" y="4683423"/>
            <a:ext cx="581328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WeeklyHabit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+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WeeklyHabitDay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+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WeeklyHabitStat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574" y="5174952"/>
            <a:ext cx="520369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Definuje konkrétní dny v týdnu (ENUM)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Statistika ukládá číslo týdne (1–53)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Příklad: „Posilovna pondělí, středa, pátek"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919809"/>
            <a:ext cx="3156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Jednorázové aktivity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3404096"/>
            <a:ext cx="581328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ActivityType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+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ActivityEntry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3895626"/>
            <a:ext cx="520369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Název, barva (HEX), ikona, viditelnost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Každé splnění má datum a poznámku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Příklad: „Odevzdat projekt z databází"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3177" y="2793405"/>
            <a:ext cx="618524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Děkujeme za pozornost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782" y="3762077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638</Words>
  <Application>Microsoft Macintosh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ExtraBold</vt:lpstr>
      <vt:lpstr>Consolas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CHORNOPYSKYI Deenys (123)</cp:lastModifiedBy>
  <cp:revision>3</cp:revision>
  <dcterms:created xsi:type="dcterms:W3CDTF">2026-06-14T18:37:38Z</dcterms:created>
  <dcterms:modified xsi:type="dcterms:W3CDTF">2026-06-15T09:19:02Z</dcterms:modified>
</cp:coreProperties>
</file>